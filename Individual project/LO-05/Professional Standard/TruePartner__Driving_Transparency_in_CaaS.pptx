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637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420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82423"/>
            <a:ext cx="9144000" cy="57241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455" y="9027"/>
            <a:ext cx="8286750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TruePartner: Driving Transparency in Car-as-a-Service (CaaS)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-499872" y="980282"/>
            <a:ext cx="3573369" cy="221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2000" b="1" kern="0" spc="1" dirty="0">
                <a:solidFill>
                  <a:srgbClr val="FF4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TRANSPARENCY GAP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82309" y="1292168"/>
            <a:ext cx="2140140" cy="39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500"/>
              </a:lnSpc>
              <a:buNone/>
            </a:pPr>
            <a:r>
              <a:rPr lang="en-US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costs, unclear policies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81" y="2567147"/>
            <a:ext cx="2652117" cy="142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4134" y="4452586"/>
            <a:ext cx="1818316" cy="53931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rental broker websites violate EU law.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759328" y="995059"/>
            <a:ext cx="3202672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kern="0" spc="1" dirty="0">
                <a:solidFill>
                  <a:srgbClr val="FF4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TRUEPARTNER SOLUTION</a:t>
            </a:r>
            <a:endParaRPr lang="en-US" sz="200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ED812C0-5F1E-77AA-303D-5067A0D005DF}"/>
              </a:ext>
            </a:extLst>
          </p:cNvPr>
          <p:cNvGrpSpPr/>
          <p:nvPr/>
        </p:nvGrpSpPr>
        <p:grpSpPr>
          <a:xfrm>
            <a:off x="3444994" y="1935638"/>
            <a:ext cx="5327531" cy="668578"/>
            <a:chOff x="3444994" y="1507631"/>
            <a:chExt cx="5327531" cy="668578"/>
          </a:xfrm>
        </p:grpSpPr>
        <p:sp>
          <p:nvSpPr>
            <p:cNvPr id="10" name="Text 6"/>
            <p:cNvSpPr/>
            <p:nvPr/>
          </p:nvSpPr>
          <p:spPr>
            <a:xfrm>
              <a:off x="3444994" y="1507631"/>
              <a:ext cx="2391809" cy="188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Specialized EV Management</a:t>
              </a:r>
              <a:endParaRPr lang="en-US" sz="16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3467091" y="1790446"/>
              <a:ext cx="5305434" cy="385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Dedicated platform for managing EV rentals with specific pick-up and drop-off logistics designed for the electric future.</a:t>
              </a:r>
              <a:endParaRPr lang="en-US" sz="14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6943BAC-1A2A-0B0D-A166-F198BDE61C9B}"/>
              </a:ext>
            </a:extLst>
          </p:cNvPr>
          <p:cNvGrpSpPr/>
          <p:nvPr/>
        </p:nvGrpSpPr>
        <p:grpSpPr>
          <a:xfrm>
            <a:off x="3473875" y="2803713"/>
            <a:ext cx="5305434" cy="668277"/>
            <a:chOff x="3467091" y="2354309"/>
            <a:chExt cx="5305434" cy="668277"/>
          </a:xfrm>
        </p:grpSpPr>
        <p:sp>
          <p:nvSpPr>
            <p:cNvPr id="12" name="Text 8"/>
            <p:cNvSpPr/>
            <p:nvPr/>
          </p:nvSpPr>
          <p:spPr>
            <a:xfrm>
              <a:off x="3467091" y="2354309"/>
              <a:ext cx="2509470" cy="188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Integrated Community Rating</a:t>
              </a:r>
              <a:endParaRPr lang="en-US" sz="16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467091" y="2636823"/>
              <a:ext cx="5305434" cy="385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Individuals and organizations can rate services to maintain accountability and ensure long-term trust in the ecosystem.</a:t>
              </a:r>
              <a:endParaRPr lang="en-US" sz="1400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0D5DD9B-80C7-65DB-C9AB-65E12AB88987}"/>
              </a:ext>
            </a:extLst>
          </p:cNvPr>
          <p:cNvGrpSpPr/>
          <p:nvPr/>
        </p:nvGrpSpPr>
        <p:grpSpPr>
          <a:xfrm>
            <a:off x="3520985" y="3679599"/>
            <a:ext cx="5305434" cy="632596"/>
            <a:chOff x="3444994" y="3184917"/>
            <a:chExt cx="5305434" cy="632596"/>
          </a:xfrm>
        </p:grpSpPr>
        <p:sp>
          <p:nvSpPr>
            <p:cNvPr id="14" name="Text 10"/>
            <p:cNvSpPr/>
            <p:nvPr/>
          </p:nvSpPr>
          <p:spPr>
            <a:xfrm>
              <a:off x="3444994" y="3184917"/>
              <a:ext cx="1998560" cy="188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Role-Based User Access</a:t>
              </a:r>
              <a:endParaRPr lang="en-US" sz="160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3444994" y="3431750"/>
              <a:ext cx="5305434" cy="385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Separate interfaces for fleet administrators and customers/organizations for streamlined booking and management.</a:t>
              </a:r>
              <a:endParaRPr lang="en-US" sz="1400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AAA3AE67-E18E-4C01-D68F-A0B1CAA39337}"/>
              </a:ext>
            </a:extLst>
          </p:cNvPr>
          <p:cNvSpPr/>
          <p:nvPr/>
        </p:nvSpPr>
        <p:spPr>
          <a:xfrm>
            <a:off x="2171988" y="4053942"/>
            <a:ext cx="12951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uhaus 93" panose="04030905020B02020C02" pitchFamily="82" charset="0"/>
              </a:rPr>
              <a:t>55%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F6F60D7-BBF3-9A99-AB59-39F1097C07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5965">
            <a:off x="-1539189" y="811245"/>
            <a:ext cx="2929442" cy="4190904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924DD842-C0F3-F271-1559-FFAB65C9066A}"/>
              </a:ext>
            </a:extLst>
          </p:cNvPr>
          <p:cNvGrpSpPr/>
          <p:nvPr/>
        </p:nvGrpSpPr>
        <p:grpSpPr>
          <a:xfrm>
            <a:off x="3520985" y="4681986"/>
            <a:ext cx="5305434" cy="439175"/>
            <a:chOff x="3467091" y="3935822"/>
            <a:chExt cx="5305434" cy="439175"/>
          </a:xfrm>
        </p:grpSpPr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8A3AEAC3-4277-A018-537E-FADBFE9C8650}"/>
                </a:ext>
              </a:extLst>
            </p:cNvPr>
            <p:cNvSpPr/>
            <p:nvPr/>
          </p:nvSpPr>
          <p:spPr>
            <a:xfrm>
              <a:off x="3467091" y="3935822"/>
              <a:ext cx="1345818" cy="188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Target audience</a:t>
              </a:r>
              <a:endParaRPr lang="en-US" sz="1600" dirty="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54B8A71A-0E99-9AA6-0DD7-0CEFC96C6006}"/>
                </a:ext>
              </a:extLst>
            </p:cNvPr>
            <p:cNvSpPr/>
            <p:nvPr/>
          </p:nvSpPr>
          <p:spPr>
            <a:xfrm>
              <a:off x="3467091" y="4182637"/>
              <a:ext cx="5305434" cy="192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333333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Customers on 21 years old or above</a:t>
              </a:r>
              <a:endParaRPr lang="en-US" sz="14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2569341-45CC-D06C-44E4-4EC3AB06BB56}"/>
              </a:ext>
            </a:extLst>
          </p:cNvPr>
          <p:cNvGrpSpPr/>
          <p:nvPr/>
        </p:nvGrpSpPr>
        <p:grpSpPr>
          <a:xfrm>
            <a:off x="3833741" y="584668"/>
            <a:ext cx="1418789" cy="1242616"/>
            <a:chOff x="7632281" y="1815644"/>
            <a:chExt cx="2639673" cy="1862953"/>
          </a:xfrm>
          <a:noFill/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4C04005-F7AD-787F-6CFE-FB1C95C8C504}"/>
                </a:ext>
              </a:extLst>
            </p:cNvPr>
            <p:cNvSpPr/>
            <p:nvPr/>
          </p:nvSpPr>
          <p:spPr>
            <a:xfrm>
              <a:off x="7632281" y="2382710"/>
              <a:ext cx="2639673" cy="1295887"/>
            </a:xfrm>
            <a:custGeom>
              <a:avLst/>
              <a:gdLst>
                <a:gd name="csX0" fmla="*/ 870491 w 2639673"/>
                <a:gd name="csY0" fmla="*/ 67521 h 1295887"/>
                <a:gd name="csX1" fmla="*/ 0 w 2639673"/>
                <a:gd name="csY1" fmla="*/ 1295887 h 1295887"/>
                <a:gd name="csX2" fmla="*/ 2639674 w 2639673"/>
                <a:gd name="csY2" fmla="*/ 1295887 h 1295887"/>
                <a:gd name="csX3" fmla="*/ 1618630 w 2639673"/>
                <a:gd name="csY3" fmla="*/ 67524 h 1295887"/>
                <a:gd name="csX4" fmla="*/ 1245142 w 2639673"/>
                <a:gd name="csY4" fmla="*/ 0 h 1295887"/>
                <a:gd name="csX5" fmla="*/ 870491 w 2639673"/>
                <a:gd name="csY5" fmla="*/ 67521 h 12958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639673" h="1295887">
                  <a:moveTo>
                    <a:pt x="870491" y="67521"/>
                  </a:moveTo>
                  <a:lnTo>
                    <a:pt x="0" y="1295887"/>
                  </a:lnTo>
                  <a:lnTo>
                    <a:pt x="2639674" y="1295887"/>
                  </a:lnTo>
                  <a:lnTo>
                    <a:pt x="1618630" y="67524"/>
                  </a:lnTo>
                  <a:cubicBezTo>
                    <a:pt x="1618627" y="67524"/>
                    <a:pt x="1534016" y="0"/>
                    <a:pt x="1245142" y="0"/>
                  </a:cubicBezTo>
                  <a:cubicBezTo>
                    <a:pt x="956268" y="0"/>
                    <a:pt x="870491" y="67521"/>
                    <a:pt x="870491" y="67521"/>
                  </a:cubicBezTo>
                  <a:close/>
                </a:path>
              </a:pathLst>
            </a:custGeom>
            <a:grp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dirty="0"/>
            </a:p>
          </p:txBody>
        </p:sp>
        <p:grpSp>
          <p:nvGrpSpPr>
            <p:cNvPr id="38" name="Graphic 32" descr="A lamp shining light onto a desk">
              <a:extLst>
                <a:ext uri="{FF2B5EF4-FFF2-40B4-BE49-F238E27FC236}">
                  <a16:creationId xmlns:a16="http://schemas.microsoft.com/office/drawing/2014/main" id="{695AF163-78B4-4F24-62FE-BA89E111A970}"/>
                </a:ext>
              </a:extLst>
            </p:cNvPr>
            <p:cNvGrpSpPr/>
            <p:nvPr/>
          </p:nvGrpSpPr>
          <p:grpSpPr>
            <a:xfrm>
              <a:off x="8413409" y="1815644"/>
              <a:ext cx="837512" cy="858402"/>
              <a:chOff x="8200496" y="1794965"/>
              <a:chExt cx="837512" cy="858402"/>
            </a:xfrm>
            <a:grpFill/>
          </p:grpSpPr>
          <p:grpSp>
            <p:nvGrpSpPr>
              <p:cNvPr id="39" name="Graphic 32" descr="A lamp shining light onto a desk">
                <a:extLst>
                  <a:ext uri="{FF2B5EF4-FFF2-40B4-BE49-F238E27FC236}">
                    <a16:creationId xmlns:a16="http://schemas.microsoft.com/office/drawing/2014/main" id="{E30799B2-46BA-0F2B-2D50-0BFC293F35C3}"/>
                  </a:ext>
                </a:extLst>
              </p:cNvPr>
              <p:cNvGrpSpPr/>
              <p:nvPr/>
            </p:nvGrpSpPr>
            <p:grpSpPr>
              <a:xfrm>
                <a:off x="8632740" y="1794965"/>
                <a:ext cx="62381" cy="75060"/>
                <a:chOff x="8632740" y="1794965"/>
                <a:chExt cx="62381" cy="75060"/>
              </a:xfrm>
              <a:grpFill/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FB57C474-EBB4-E2EC-4A95-86092BF63414}"/>
                    </a:ext>
                  </a:extLst>
                </p:cNvPr>
                <p:cNvSpPr/>
                <p:nvPr/>
              </p:nvSpPr>
              <p:spPr>
                <a:xfrm>
                  <a:off x="8653520" y="1794965"/>
                  <a:ext cx="20819" cy="67252"/>
                </a:xfrm>
                <a:custGeom>
                  <a:avLst/>
                  <a:gdLst>
                    <a:gd name="csX0" fmla="*/ 10410 w 20819"/>
                    <a:gd name="csY0" fmla="*/ 67253 h 67252"/>
                    <a:gd name="csX1" fmla="*/ 0 w 20819"/>
                    <a:gd name="csY1" fmla="*/ 56843 h 67252"/>
                    <a:gd name="csX2" fmla="*/ 0 w 20819"/>
                    <a:gd name="csY2" fmla="*/ 10410 h 67252"/>
                    <a:gd name="csX3" fmla="*/ 10410 w 20819"/>
                    <a:gd name="csY3" fmla="*/ 0 h 67252"/>
                    <a:gd name="csX4" fmla="*/ 20820 w 20819"/>
                    <a:gd name="csY4" fmla="*/ 10410 h 67252"/>
                    <a:gd name="csX5" fmla="*/ 20820 w 20819"/>
                    <a:gd name="csY5" fmla="*/ 56843 h 67252"/>
                    <a:gd name="csX6" fmla="*/ 10410 w 20819"/>
                    <a:gd name="csY6" fmla="*/ 67253 h 672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0819" h="67252">
                      <a:moveTo>
                        <a:pt x="10410" y="67253"/>
                      </a:moveTo>
                      <a:cubicBezTo>
                        <a:pt x="4661" y="67253"/>
                        <a:pt x="0" y="62592"/>
                        <a:pt x="0" y="56843"/>
                      </a:cubicBezTo>
                      <a:lnTo>
                        <a:pt x="0" y="10410"/>
                      </a:lnTo>
                      <a:cubicBezTo>
                        <a:pt x="0" y="4661"/>
                        <a:pt x="4661" y="0"/>
                        <a:pt x="10410" y="0"/>
                      </a:cubicBezTo>
                      <a:cubicBezTo>
                        <a:pt x="16159" y="0"/>
                        <a:pt x="20820" y="4661"/>
                        <a:pt x="20820" y="10410"/>
                      </a:cubicBezTo>
                      <a:lnTo>
                        <a:pt x="20820" y="56843"/>
                      </a:lnTo>
                      <a:cubicBezTo>
                        <a:pt x="20820" y="62592"/>
                        <a:pt x="16159" y="67253"/>
                        <a:pt x="10410" y="67253"/>
                      </a:cubicBezTo>
                      <a:close/>
                    </a:path>
                  </a:pathLst>
                </a:custGeom>
                <a:grpFill/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5462D604-DC05-3BB8-4600-EB9B8E56AB31}"/>
                    </a:ext>
                  </a:extLst>
                </p:cNvPr>
                <p:cNvSpPr/>
                <p:nvPr/>
              </p:nvSpPr>
              <p:spPr>
                <a:xfrm>
                  <a:off x="8632740" y="1841398"/>
                  <a:ext cx="62381" cy="28627"/>
                </a:xfrm>
                <a:prstGeom prst="rect">
                  <a:avLst/>
                </a:prstGeom>
                <a:grpFill/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7CB9ED9-ED57-ED87-A5EC-512636124A6D}"/>
                  </a:ext>
                </a:extLst>
              </p:cNvPr>
              <p:cNvSpPr/>
              <p:nvPr/>
            </p:nvSpPr>
            <p:spPr>
              <a:xfrm>
                <a:off x="8289852" y="1861205"/>
                <a:ext cx="748157" cy="568349"/>
              </a:xfrm>
              <a:custGeom>
                <a:avLst/>
                <a:gdLst>
                  <a:gd name="csX0" fmla="*/ 748157 w 748157"/>
                  <a:gd name="csY0" fmla="*/ 568350 h 568349"/>
                  <a:gd name="csX1" fmla="*/ 460124 w 748157"/>
                  <a:gd name="csY1" fmla="*/ 156869 h 568349"/>
                  <a:gd name="csX2" fmla="*/ 460124 w 748157"/>
                  <a:gd name="csY2" fmla="*/ 0 h 568349"/>
                  <a:gd name="csX3" fmla="*/ 282636 w 748157"/>
                  <a:gd name="csY3" fmla="*/ 0 h 568349"/>
                  <a:gd name="csX4" fmla="*/ 282636 w 748157"/>
                  <a:gd name="csY4" fmla="*/ 164596 h 568349"/>
                  <a:gd name="csX5" fmla="*/ 244119 w 748157"/>
                  <a:gd name="csY5" fmla="*/ 219619 h 568349"/>
                  <a:gd name="csX6" fmla="*/ 25153 w 748157"/>
                  <a:gd name="csY6" fmla="*/ 219619 h 568349"/>
                  <a:gd name="csX7" fmla="*/ 25153 w 748157"/>
                  <a:gd name="csY7" fmla="*/ 276874 h 568349"/>
                  <a:gd name="csX8" fmla="*/ 130378 w 748157"/>
                  <a:gd name="csY8" fmla="*/ 382099 h 568349"/>
                  <a:gd name="csX9" fmla="*/ 0 w 748157"/>
                  <a:gd name="csY9" fmla="*/ 568350 h 5683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748157" h="568349">
                    <a:moveTo>
                      <a:pt x="748157" y="568350"/>
                    </a:moveTo>
                    <a:lnTo>
                      <a:pt x="460124" y="156869"/>
                    </a:lnTo>
                    <a:lnTo>
                      <a:pt x="460124" y="0"/>
                    </a:lnTo>
                    <a:lnTo>
                      <a:pt x="282636" y="0"/>
                    </a:lnTo>
                    <a:lnTo>
                      <a:pt x="282636" y="164596"/>
                    </a:lnTo>
                    <a:lnTo>
                      <a:pt x="244119" y="219619"/>
                    </a:lnTo>
                    <a:lnTo>
                      <a:pt x="25153" y="219619"/>
                    </a:lnTo>
                    <a:lnTo>
                      <a:pt x="25153" y="276874"/>
                    </a:lnTo>
                    <a:lnTo>
                      <a:pt x="130378" y="382099"/>
                    </a:lnTo>
                    <a:lnTo>
                      <a:pt x="0" y="568350"/>
                    </a:lnTo>
                    <a:close/>
                  </a:path>
                </a:pathLst>
              </a:custGeom>
              <a:grpFill/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3" name="Graphic 32" descr="A lamp shining light onto a desk">
                <a:extLst>
                  <a:ext uri="{FF2B5EF4-FFF2-40B4-BE49-F238E27FC236}">
                    <a16:creationId xmlns:a16="http://schemas.microsoft.com/office/drawing/2014/main" id="{B4CF5690-B540-D7B4-3F90-BB41A296BB1B}"/>
                  </a:ext>
                </a:extLst>
              </p:cNvPr>
              <p:cNvGrpSpPr/>
              <p:nvPr/>
            </p:nvGrpSpPr>
            <p:grpSpPr>
              <a:xfrm>
                <a:off x="8684555" y="2268202"/>
                <a:ext cx="124918" cy="114508"/>
                <a:chOff x="8684555" y="2268202"/>
                <a:chExt cx="124918" cy="114508"/>
              </a:xfrm>
              <a:grpFill/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577951B-D3A5-38B7-C48D-67B6885C6AB0}"/>
                    </a:ext>
                  </a:extLst>
                </p:cNvPr>
                <p:cNvSpPr/>
                <p:nvPr/>
              </p:nvSpPr>
              <p:spPr>
                <a:xfrm>
                  <a:off x="8788653" y="2268202"/>
                  <a:ext cx="20819" cy="114508"/>
                </a:xfrm>
                <a:custGeom>
                  <a:avLst/>
                  <a:gdLst>
                    <a:gd name="csX0" fmla="*/ 10410 w 20819"/>
                    <a:gd name="csY0" fmla="*/ 114508 h 114508"/>
                    <a:gd name="csX1" fmla="*/ 0 w 20819"/>
                    <a:gd name="csY1" fmla="*/ 104099 h 114508"/>
                    <a:gd name="csX2" fmla="*/ 0 w 20819"/>
                    <a:gd name="csY2" fmla="*/ 10410 h 114508"/>
                    <a:gd name="csX3" fmla="*/ 10410 w 20819"/>
                    <a:gd name="csY3" fmla="*/ 0 h 114508"/>
                    <a:gd name="csX4" fmla="*/ 20820 w 20819"/>
                    <a:gd name="csY4" fmla="*/ 10410 h 114508"/>
                    <a:gd name="csX5" fmla="*/ 20820 w 20819"/>
                    <a:gd name="csY5" fmla="*/ 104099 h 114508"/>
                    <a:gd name="csX6" fmla="*/ 10410 w 20819"/>
                    <a:gd name="csY6" fmla="*/ 114508 h 1145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0819" h="114508">
                      <a:moveTo>
                        <a:pt x="10410" y="114508"/>
                      </a:moveTo>
                      <a:cubicBezTo>
                        <a:pt x="4661" y="114508"/>
                        <a:pt x="0" y="109847"/>
                        <a:pt x="0" y="104099"/>
                      </a:cubicBezTo>
                      <a:lnTo>
                        <a:pt x="0" y="10410"/>
                      </a:lnTo>
                      <a:cubicBezTo>
                        <a:pt x="0" y="4661"/>
                        <a:pt x="4661" y="0"/>
                        <a:pt x="10410" y="0"/>
                      </a:cubicBezTo>
                      <a:cubicBezTo>
                        <a:pt x="16159" y="0"/>
                        <a:pt x="20820" y="4661"/>
                        <a:pt x="20820" y="10410"/>
                      </a:cubicBezTo>
                      <a:lnTo>
                        <a:pt x="20820" y="104099"/>
                      </a:lnTo>
                      <a:cubicBezTo>
                        <a:pt x="20820" y="109847"/>
                        <a:pt x="16159" y="114508"/>
                        <a:pt x="10410" y="114508"/>
                      </a:cubicBezTo>
                      <a:close/>
                    </a:path>
                  </a:pathLst>
                </a:custGeom>
                <a:grpFill/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BAD947BF-FD7F-48C0-0FFE-B06AC4F19286}"/>
                    </a:ext>
                  </a:extLst>
                </p:cNvPr>
                <p:cNvSpPr/>
                <p:nvPr/>
              </p:nvSpPr>
              <p:spPr>
                <a:xfrm>
                  <a:off x="8736604" y="2268202"/>
                  <a:ext cx="20819" cy="114508"/>
                </a:xfrm>
                <a:custGeom>
                  <a:avLst/>
                  <a:gdLst>
                    <a:gd name="csX0" fmla="*/ 10410 w 20819"/>
                    <a:gd name="csY0" fmla="*/ 114508 h 114508"/>
                    <a:gd name="csX1" fmla="*/ 0 w 20819"/>
                    <a:gd name="csY1" fmla="*/ 104099 h 114508"/>
                    <a:gd name="csX2" fmla="*/ 0 w 20819"/>
                    <a:gd name="csY2" fmla="*/ 10410 h 114508"/>
                    <a:gd name="csX3" fmla="*/ 10410 w 20819"/>
                    <a:gd name="csY3" fmla="*/ 0 h 114508"/>
                    <a:gd name="csX4" fmla="*/ 20820 w 20819"/>
                    <a:gd name="csY4" fmla="*/ 10410 h 114508"/>
                    <a:gd name="csX5" fmla="*/ 20820 w 20819"/>
                    <a:gd name="csY5" fmla="*/ 104099 h 114508"/>
                    <a:gd name="csX6" fmla="*/ 10410 w 20819"/>
                    <a:gd name="csY6" fmla="*/ 114508 h 1145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0819" h="114508">
                      <a:moveTo>
                        <a:pt x="10410" y="114508"/>
                      </a:moveTo>
                      <a:cubicBezTo>
                        <a:pt x="4661" y="114508"/>
                        <a:pt x="0" y="109847"/>
                        <a:pt x="0" y="104099"/>
                      </a:cubicBezTo>
                      <a:lnTo>
                        <a:pt x="0" y="10410"/>
                      </a:lnTo>
                      <a:cubicBezTo>
                        <a:pt x="0" y="4661"/>
                        <a:pt x="4661" y="0"/>
                        <a:pt x="10410" y="0"/>
                      </a:cubicBezTo>
                      <a:cubicBezTo>
                        <a:pt x="16159" y="0"/>
                        <a:pt x="20820" y="4661"/>
                        <a:pt x="20820" y="10410"/>
                      </a:cubicBezTo>
                      <a:lnTo>
                        <a:pt x="20820" y="104099"/>
                      </a:lnTo>
                      <a:cubicBezTo>
                        <a:pt x="20820" y="109847"/>
                        <a:pt x="16159" y="114508"/>
                        <a:pt x="10410" y="114508"/>
                      </a:cubicBezTo>
                      <a:close/>
                    </a:path>
                  </a:pathLst>
                </a:custGeom>
                <a:grpFill/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ADF11B05-2D30-9471-CF0C-6F21C18BAC2C}"/>
                    </a:ext>
                  </a:extLst>
                </p:cNvPr>
                <p:cNvSpPr/>
                <p:nvPr/>
              </p:nvSpPr>
              <p:spPr>
                <a:xfrm>
                  <a:off x="8684555" y="2268202"/>
                  <a:ext cx="20819" cy="114508"/>
                </a:xfrm>
                <a:custGeom>
                  <a:avLst/>
                  <a:gdLst>
                    <a:gd name="csX0" fmla="*/ 10410 w 20819"/>
                    <a:gd name="csY0" fmla="*/ 114508 h 114508"/>
                    <a:gd name="csX1" fmla="*/ 0 w 20819"/>
                    <a:gd name="csY1" fmla="*/ 104099 h 114508"/>
                    <a:gd name="csX2" fmla="*/ 0 w 20819"/>
                    <a:gd name="csY2" fmla="*/ 10410 h 114508"/>
                    <a:gd name="csX3" fmla="*/ 10410 w 20819"/>
                    <a:gd name="csY3" fmla="*/ 0 h 114508"/>
                    <a:gd name="csX4" fmla="*/ 20820 w 20819"/>
                    <a:gd name="csY4" fmla="*/ 10410 h 114508"/>
                    <a:gd name="csX5" fmla="*/ 20820 w 20819"/>
                    <a:gd name="csY5" fmla="*/ 104099 h 114508"/>
                    <a:gd name="csX6" fmla="*/ 10410 w 20819"/>
                    <a:gd name="csY6" fmla="*/ 114508 h 1145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0819" h="114508">
                      <a:moveTo>
                        <a:pt x="10410" y="114508"/>
                      </a:moveTo>
                      <a:cubicBezTo>
                        <a:pt x="4661" y="114508"/>
                        <a:pt x="0" y="109847"/>
                        <a:pt x="0" y="104099"/>
                      </a:cubicBezTo>
                      <a:lnTo>
                        <a:pt x="0" y="10410"/>
                      </a:lnTo>
                      <a:cubicBezTo>
                        <a:pt x="0" y="4661"/>
                        <a:pt x="4661" y="0"/>
                        <a:pt x="10410" y="0"/>
                      </a:cubicBezTo>
                      <a:cubicBezTo>
                        <a:pt x="16159" y="0"/>
                        <a:pt x="20820" y="4661"/>
                        <a:pt x="20820" y="10410"/>
                      </a:cubicBezTo>
                      <a:lnTo>
                        <a:pt x="20820" y="104099"/>
                      </a:lnTo>
                      <a:cubicBezTo>
                        <a:pt x="20820" y="109847"/>
                        <a:pt x="16159" y="114508"/>
                        <a:pt x="10410" y="114508"/>
                      </a:cubicBezTo>
                      <a:close/>
                    </a:path>
                  </a:pathLst>
                </a:custGeom>
                <a:grpFill/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6BC2858-F65D-10D3-D62E-191A2BDD6D90}"/>
                  </a:ext>
                </a:extLst>
              </p:cNvPr>
              <p:cNvSpPr/>
              <p:nvPr/>
            </p:nvSpPr>
            <p:spPr>
              <a:xfrm>
                <a:off x="8200496" y="2164102"/>
                <a:ext cx="223814" cy="489264"/>
              </a:xfrm>
              <a:custGeom>
                <a:avLst/>
                <a:gdLst>
                  <a:gd name="csX0" fmla="*/ 10410 w 223814"/>
                  <a:gd name="csY0" fmla="*/ 489265 h 489264"/>
                  <a:gd name="csX1" fmla="*/ 0 w 223814"/>
                  <a:gd name="csY1" fmla="*/ 478855 h 489264"/>
                  <a:gd name="csX2" fmla="*/ 0 w 223814"/>
                  <a:gd name="csY2" fmla="*/ 265565 h 489264"/>
                  <a:gd name="csX3" fmla="*/ 2264 w 223814"/>
                  <a:gd name="csY3" fmla="*/ 259085 h 489264"/>
                  <a:gd name="csX4" fmla="*/ 205257 w 223814"/>
                  <a:gd name="csY4" fmla="*/ 3931 h 489264"/>
                  <a:gd name="csX5" fmla="*/ 219885 w 223814"/>
                  <a:gd name="csY5" fmla="*/ 2266 h 489264"/>
                  <a:gd name="csX6" fmla="*/ 221551 w 223814"/>
                  <a:gd name="csY6" fmla="*/ 16891 h 489264"/>
                  <a:gd name="csX7" fmla="*/ 20822 w 223814"/>
                  <a:gd name="csY7" fmla="*/ 269200 h 489264"/>
                  <a:gd name="csX8" fmla="*/ 20822 w 223814"/>
                  <a:gd name="csY8" fmla="*/ 478855 h 489264"/>
                  <a:gd name="csX9" fmla="*/ 10410 w 223814"/>
                  <a:gd name="csY9" fmla="*/ 489265 h 4892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23814" h="489264">
                    <a:moveTo>
                      <a:pt x="10410" y="489265"/>
                    </a:moveTo>
                    <a:cubicBezTo>
                      <a:pt x="4661" y="489265"/>
                      <a:pt x="0" y="484604"/>
                      <a:pt x="0" y="478855"/>
                    </a:cubicBezTo>
                    <a:lnTo>
                      <a:pt x="0" y="265565"/>
                    </a:lnTo>
                    <a:cubicBezTo>
                      <a:pt x="0" y="263212"/>
                      <a:pt x="799" y="260927"/>
                      <a:pt x="2264" y="259085"/>
                    </a:cubicBezTo>
                    <a:lnTo>
                      <a:pt x="205257" y="3931"/>
                    </a:lnTo>
                    <a:cubicBezTo>
                      <a:pt x="208838" y="-571"/>
                      <a:pt x="215388" y="-1315"/>
                      <a:pt x="219885" y="2266"/>
                    </a:cubicBezTo>
                    <a:cubicBezTo>
                      <a:pt x="224385" y="5844"/>
                      <a:pt x="225129" y="12394"/>
                      <a:pt x="221551" y="16891"/>
                    </a:cubicBezTo>
                    <a:lnTo>
                      <a:pt x="20822" y="269200"/>
                    </a:lnTo>
                    <a:lnTo>
                      <a:pt x="20822" y="478855"/>
                    </a:lnTo>
                    <a:cubicBezTo>
                      <a:pt x="20820" y="484604"/>
                      <a:pt x="16159" y="489265"/>
                      <a:pt x="10410" y="489265"/>
                    </a:cubicBezTo>
                    <a:close/>
                  </a:path>
                </a:pathLst>
              </a:custGeom>
              <a:grpFill/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99</Words>
  <Application>Microsoft Office PowerPoint</Application>
  <PresentationFormat>On-screen Show (16:9)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Bauhaus 93</vt:lpstr>
      <vt:lpstr>Inter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Markov,Simeon S.</cp:lastModifiedBy>
  <cp:revision>2</cp:revision>
  <dcterms:created xsi:type="dcterms:W3CDTF">2026-02-26T20:24:20Z</dcterms:created>
  <dcterms:modified xsi:type="dcterms:W3CDTF">2026-02-26T20:53:10Z</dcterms:modified>
</cp:coreProperties>
</file>